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1D14-D368-4B3C-A291-158434B5A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44A6E-2041-46E4-AC47-DA09FC5AC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DD0A7-908B-4C11-9F3E-717FA007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03585-8BE8-432A-8A4D-818E6B26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7D5A6-F1BF-4FDD-BD79-754CA865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2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0783-1B11-4AC7-BBE2-048EF0CD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13E7D-8D38-4751-BA53-0F60E6D5D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B6967-A433-42C6-9E9A-FF7345A0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71473-1466-4173-8358-95B0445D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212ED-674A-4F5F-A3F1-80BF1FF4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8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D551-A2F6-4376-A3B4-A3C73047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9A924-005D-43F9-9A86-D2C974690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6B983-71C0-4A41-AEDE-D497525E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C6D69-B088-4CF1-93AE-E038585A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FC453-4095-471B-BEA9-2EB7F930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9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18D4-4657-40C5-A43C-B03129301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3C566-EDC0-46EC-8F71-7579E384F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BDA95-EF91-4739-BAAF-7A85EDEA6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536BD-456E-4DCA-AB1F-AA8F0FA8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68B29-779E-49DD-B86A-4D34FD77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F783-4407-49F6-9EAC-46ADF91B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3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6B11-C6CD-490C-8857-94A66075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A341B-AB5F-4B98-BF0E-BA071BDF2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69D03-8383-4985-A1D7-F3174CDDC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10B91-E3E6-4129-A5A7-9B977C6FF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7F158-9FA6-4FB6-A4B4-8764A912C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73DCD-4189-4D29-9F0F-72B0F8B7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247DD-24A4-4EF4-9660-D54E10EE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3CB84B-1324-45DD-8E9E-3AA6066A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E8F6-5297-4FB5-9809-A0107672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DF1C4-49B5-4B45-8023-5CF6835F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B531A-CAF6-48D5-863C-34A5E1E8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81936-04B7-4EC8-AEC1-5720A87C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2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0E8BD-6B3B-41F1-BEAE-932AB292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8AF11-CF1D-46D4-9F1F-780E983A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8CB3B-0953-4A51-902A-56F26F58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3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20F6-2F97-427C-8829-C6C20246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1D72D-0406-4D44-B65D-4F8A0450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BE711-225B-402F-AC62-B5E0D06AA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4499F-54A9-481C-9D81-1DD443B0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90F34-736A-4662-9780-274BF773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BAB91-7984-42C3-A47C-B6C8F6AF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7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677E-6237-4908-95D9-41F8CA8C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8F10D-7E40-43EB-8A4F-2BAD31B38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C382A-7B98-4E75-9400-AB770C235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C959E-A608-4D31-8CC6-0A8CF226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04B72-2DDC-444C-AE12-2D397F7C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38185-773A-4F6B-923F-EAEFBF4E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8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0350-6560-4BB8-9E05-2676E07D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88C6A-71C7-4F52-94AD-E63076BCE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1D34-4ACA-431D-B406-E5CB659A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1AC99-912D-419B-9671-2CE1CF21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4B58B-9E65-43B3-9355-83899E7B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3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EEEE6-24BB-44A4-8153-8ACC50A68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9739F-74EB-42D1-BD29-CDAC65ED2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FBA53-0D6C-4288-AAEB-2981DBA5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2438F-1FC9-4BBF-9F63-07C29F00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F3A8-6563-4352-9ADA-6E67C83E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3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79490-4873-4EB6-BD61-410752BD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D6B8B-CB19-4A73-AFAE-BD2AFC2CF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948D6-8FFC-4C83-9809-5CF6ED6DE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D0493-3A46-4D46-A577-478572280532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DE918-FF11-48D0-9B54-CED6C8FF4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7090B-0F7D-46D2-8077-F15BF1660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7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062B74-5F5C-4EB1-BBBC-59B7754D3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3" y="1788459"/>
            <a:ext cx="4463091" cy="447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5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Hussaini Ahmed</dc:creator>
  <cp:lastModifiedBy>Hussaini Ahmed</cp:lastModifiedBy>
  <cp:revision>3</cp:revision>
  <dcterms:created xsi:type="dcterms:W3CDTF">2025-07-02T15:32:29Z</dcterms:created>
  <dcterms:modified xsi:type="dcterms:W3CDTF">2025-07-02T15:46:39Z</dcterms:modified>
</cp:coreProperties>
</file>